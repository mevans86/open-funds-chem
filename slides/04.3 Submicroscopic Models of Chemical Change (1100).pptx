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306" r:id="rId4"/>
    <p:sldId id="307" r:id="rId5"/>
    <p:sldId id="308" r:id="rId6"/>
    <p:sldId id="309" r:id="rId7"/>
  </p:sldIdLst>
  <p:sldSz cx="12192000" cy="6858000"/>
  <p:notesSz cx="6858000" cy="9144000"/>
  <p:embeddedFontLst>
    <p:embeddedFont>
      <p:font typeface="Source Sans Pro" panose="020B0503030403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8C001-95D7-8E46-A244-7219227029BC}" v="12" dt="2025-11-20T21:07:53.1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s, Michael J" userId="d37cb781-974c-4040-9454-473d5e1b7abb" providerId="ADAL" clId="{AB0B170C-388A-5665-B24B-AAE3B41E6CDB}"/>
    <pc:docChg chg="modSld">
      <pc:chgData name="Evans, Michael J" userId="d37cb781-974c-4040-9454-473d5e1b7abb" providerId="ADAL" clId="{AB0B170C-388A-5665-B24B-AAE3B41E6CDB}" dt="2025-11-20T21:07:53.178" v="40"/>
      <pc:docMkLst>
        <pc:docMk/>
      </pc:docMkLst>
      <pc:sldChg chg="modSp mod">
        <pc:chgData name="Evans, Michael J" userId="d37cb781-974c-4040-9454-473d5e1b7abb" providerId="ADAL" clId="{AB0B170C-388A-5665-B24B-AAE3B41E6CDB}" dt="2025-11-20T21:05:02.356" v="0" actId="962"/>
        <pc:sldMkLst>
          <pc:docMk/>
          <pc:sldMk cId="749830639" sldId="258"/>
        </pc:sldMkLst>
        <pc:cxnChg chg="mod">
          <ac:chgData name="Evans, Michael J" userId="d37cb781-974c-4040-9454-473d5e1b7abb" providerId="ADAL" clId="{AB0B170C-388A-5665-B24B-AAE3B41E6CDB}" dt="2025-11-20T21:05:02.356" v="0" actId="962"/>
          <ac:cxnSpMkLst>
            <pc:docMk/>
            <pc:sldMk cId="749830639" sldId="258"/>
            <ac:cxnSpMk id="5" creationId="{EEBA2BA1-4D6C-B397-23BA-566D86BFD97F}"/>
          </ac:cxnSpMkLst>
        </pc:cxnChg>
      </pc:sldChg>
      <pc:sldChg chg="modSp mod">
        <pc:chgData name="Evans, Michael J" userId="d37cb781-974c-4040-9454-473d5e1b7abb" providerId="ADAL" clId="{AB0B170C-388A-5665-B24B-AAE3B41E6CDB}" dt="2025-11-20T21:07:34.189" v="33"/>
        <pc:sldMkLst>
          <pc:docMk/>
          <pc:sldMk cId="3633098072" sldId="306"/>
        </pc:sldMkLst>
        <pc:spChg chg="mod">
          <ac:chgData name="Evans, Michael J" userId="d37cb781-974c-4040-9454-473d5e1b7abb" providerId="ADAL" clId="{AB0B170C-388A-5665-B24B-AAE3B41E6CDB}" dt="2025-11-20T21:07:34.189" v="33"/>
          <ac:spMkLst>
            <pc:docMk/>
            <pc:sldMk cId="3633098072" sldId="306"/>
            <ac:spMk id="4" creationId="{3662D5B6-8D5B-E6F9-4216-22FDEB011AEE}"/>
          </ac:spMkLst>
        </pc:spChg>
        <pc:spChg chg="mod">
          <ac:chgData name="Evans, Michael J" userId="d37cb781-974c-4040-9454-473d5e1b7abb" providerId="ADAL" clId="{AB0B170C-388A-5665-B24B-AAE3B41E6CDB}" dt="2025-11-20T21:05:27.693" v="9" actId="962"/>
          <ac:spMkLst>
            <pc:docMk/>
            <pc:sldMk cId="3633098072" sldId="306"/>
            <ac:spMk id="17" creationId="{279CABE0-059C-3232-9146-48C1A8929B2D}"/>
          </ac:spMkLst>
        </pc:spChg>
        <pc:grpChg chg="mod">
          <ac:chgData name="Evans, Michael J" userId="d37cb781-974c-4040-9454-473d5e1b7abb" providerId="ADAL" clId="{AB0B170C-388A-5665-B24B-AAE3B41E6CDB}" dt="2025-11-20T21:05:20.348" v="7" actId="962"/>
          <ac:grpSpMkLst>
            <pc:docMk/>
            <pc:sldMk cId="3633098072" sldId="306"/>
            <ac:grpSpMk id="18" creationId="{830097B7-A910-E7E0-BBC2-C916407B7065}"/>
          </ac:grpSpMkLst>
        </pc:grpChg>
        <pc:cxnChg chg="mod">
          <ac:chgData name="Evans, Michael J" userId="d37cb781-974c-4040-9454-473d5e1b7abb" providerId="ADAL" clId="{AB0B170C-388A-5665-B24B-AAE3B41E6CDB}" dt="2025-11-20T21:05:02.363" v="1" actId="962"/>
          <ac:cxnSpMkLst>
            <pc:docMk/>
            <pc:sldMk cId="3633098072" sldId="306"/>
            <ac:cxnSpMk id="5" creationId="{E642CCAB-4567-D422-FC27-04958344D509}"/>
          </ac:cxnSpMkLst>
        </pc:cxnChg>
      </pc:sldChg>
      <pc:sldChg chg="modSp mod">
        <pc:chgData name="Evans, Michael J" userId="d37cb781-974c-4040-9454-473d5e1b7abb" providerId="ADAL" clId="{AB0B170C-388A-5665-B24B-AAE3B41E6CDB}" dt="2025-11-20T21:07:44.876" v="36"/>
        <pc:sldMkLst>
          <pc:docMk/>
          <pc:sldMk cId="733572871" sldId="307"/>
        </pc:sldMkLst>
        <pc:spChg chg="mod">
          <ac:chgData name="Evans, Michael J" userId="d37cb781-974c-4040-9454-473d5e1b7abb" providerId="ADAL" clId="{AB0B170C-388A-5665-B24B-AAE3B41E6CDB}" dt="2025-11-20T21:07:18.422" v="29" actId="207"/>
          <ac:spMkLst>
            <pc:docMk/>
            <pc:sldMk cId="733572871" sldId="307"/>
            <ac:spMk id="2" creationId="{42055910-7E3F-1AEF-1C84-0C1AE2AB598A}"/>
          </ac:spMkLst>
        </pc:spChg>
        <pc:spChg chg="mod">
          <ac:chgData name="Evans, Michael J" userId="d37cb781-974c-4040-9454-473d5e1b7abb" providerId="ADAL" clId="{AB0B170C-388A-5665-B24B-AAE3B41E6CDB}" dt="2025-11-20T21:07:44.876" v="36"/>
          <ac:spMkLst>
            <pc:docMk/>
            <pc:sldMk cId="733572871" sldId="307"/>
            <ac:spMk id="4" creationId="{BBBEAA4D-75B0-CE52-1028-91BDBAB9B166}"/>
          </ac:spMkLst>
        </pc:spChg>
        <pc:picChg chg="mod">
          <ac:chgData name="Evans, Michael J" userId="d37cb781-974c-4040-9454-473d5e1b7abb" providerId="ADAL" clId="{AB0B170C-388A-5665-B24B-AAE3B41E6CDB}" dt="2025-11-20T21:05:55.189" v="11" actId="962"/>
          <ac:picMkLst>
            <pc:docMk/>
            <pc:sldMk cId="733572871" sldId="307"/>
            <ac:picMk id="19" creationId="{EB887A79-02AD-9496-F695-F5682FDA9107}"/>
          </ac:picMkLst>
        </pc:picChg>
        <pc:picChg chg="mod">
          <ac:chgData name="Evans, Michael J" userId="d37cb781-974c-4040-9454-473d5e1b7abb" providerId="ADAL" clId="{AB0B170C-388A-5665-B24B-AAE3B41E6CDB}" dt="2025-11-20T21:06:15.551" v="13" actId="962"/>
          <ac:picMkLst>
            <pc:docMk/>
            <pc:sldMk cId="733572871" sldId="307"/>
            <ac:picMk id="20" creationId="{5FA65F2B-210A-597D-6AE8-EBAE1FD24E53}"/>
          </ac:picMkLst>
        </pc:picChg>
        <pc:cxnChg chg="mod">
          <ac:chgData name="Evans, Michael J" userId="d37cb781-974c-4040-9454-473d5e1b7abb" providerId="ADAL" clId="{AB0B170C-388A-5665-B24B-AAE3B41E6CDB}" dt="2025-11-20T21:05:02.383" v="2" actId="962"/>
          <ac:cxnSpMkLst>
            <pc:docMk/>
            <pc:sldMk cId="733572871" sldId="307"/>
            <ac:cxnSpMk id="5" creationId="{5CDC74D1-1B14-4809-8812-9565B4AE9080}"/>
          </ac:cxnSpMkLst>
        </pc:cxnChg>
      </pc:sldChg>
      <pc:sldChg chg="modSp mod">
        <pc:chgData name="Evans, Michael J" userId="d37cb781-974c-4040-9454-473d5e1b7abb" providerId="ADAL" clId="{AB0B170C-388A-5665-B24B-AAE3B41E6CDB}" dt="2025-11-20T21:07:53.178" v="40"/>
        <pc:sldMkLst>
          <pc:docMk/>
          <pc:sldMk cId="18684588" sldId="308"/>
        </pc:sldMkLst>
        <pc:spChg chg="mod">
          <ac:chgData name="Evans, Michael J" userId="d37cb781-974c-4040-9454-473d5e1b7abb" providerId="ADAL" clId="{AB0B170C-388A-5665-B24B-AAE3B41E6CDB}" dt="2025-11-20T21:07:23.927" v="31" actId="20577"/>
          <ac:spMkLst>
            <pc:docMk/>
            <pc:sldMk cId="18684588" sldId="308"/>
            <ac:spMk id="2" creationId="{A73F09AA-3E2C-61BE-E096-5DF5A02A41E8}"/>
          </ac:spMkLst>
        </pc:spChg>
        <pc:spChg chg="mod">
          <ac:chgData name="Evans, Michael J" userId="d37cb781-974c-4040-9454-473d5e1b7abb" providerId="ADAL" clId="{AB0B170C-388A-5665-B24B-AAE3B41E6CDB}" dt="2025-11-20T21:07:53.178" v="40"/>
          <ac:spMkLst>
            <pc:docMk/>
            <pc:sldMk cId="18684588" sldId="308"/>
            <ac:spMk id="4" creationId="{C594810E-BA17-7F54-9FB0-F11D9D319423}"/>
          </ac:spMkLst>
        </pc:spChg>
        <pc:spChg chg="mod">
          <ac:chgData name="Evans, Michael J" userId="d37cb781-974c-4040-9454-473d5e1b7abb" providerId="ADAL" clId="{AB0B170C-388A-5665-B24B-AAE3B41E6CDB}" dt="2025-11-20T21:05:02.395" v="4" actId="962"/>
          <ac:spMkLst>
            <pc:docMk/>
            <pc:sldMk cId="18684588" sldId="308"/>
            <ac:spMk id="9" creationId="{F60A2CA2-4B85-8FA8-033B-3C27E5F41A68}"/>
          </ac:spMkLst>
        </pc:spChg>
        <pc:picChg chg="mod">
          <ac:chgData name="Evans, Michael J" userId="d37cb781-974c-4040-9454-473d5e1b7abb" providerId="ADAL" clId="{AB0B170C-388A-5665-B24B-AAE3B41E6CDB}" dt="2025-11-20T21:06:28.243" v="15" actId="962"/>
          <ac:picMkLst>
            <pc:docMk/>
            <pc:sldMk cId="18684588" sldId="308"/>
            <ac:picMk id="6" creationId="{F2399855-DA75-B73A-3EE3-67687B0821BF}"/>
          </ac:picMkLst>
        </pc:picChg>
        <pc:picChg chg="mod">
          <ac:chgData name="Evans, Michael J" userId="d37cb781-974c-4040-9454-473d5e1b7abb" providerId="ADAL" clId="{AB0B170C-388A-5665-B24B-AAE3B41E6CDB}" dt="2025-11-20T21:06:44.438" v="17" actId="962"/>
          <ac:picMkLst>
            <pc:docMk/>
            <pc:sldMk cId="18684588" sldId="308"/>
            <ac:picMk id="7" creationId="{F91D9922-56EF-F0F5-C411-0B0EF8948EE9}"/>
          </ac:picMkLst>
        </pc:picChg>
        <pc:picChg chg="mod">
          <ac:chgData name="Evans, Michael J" userId="d37cb781-974c-4040-9454-473d5e1b7abb" providerId="ADAL" clId="{AB0B170C-388A-5665-B24B-AAE3B41E6CDB}" dt="2025-11-20T21:07:02.943" v="19" actId="962"/>
          <ac:picMkLst>
            <pc:docMk/>
            <pc:sldMk cId="18684588" sldId="308"/>
            <ac:picMk id="8" creationId="{3DB825CD-3060-4202-B175-7A94AA5E9D6F}"/>
          </ac:picMkLst>
        </pc:picChg>
        <pc:cxnChg chg="mod">
          <ac:chgData name="Evans, Michael J" userId="d37cb781-974c-4040-9454-473d5e1b7abb" providerId="ADAL" clId="{AB0B170C-388A-5665-B24B-AAE3B41E6CDB}" dt="2025-11-20T21:05:02.393" v="3" actId="962"/>
          <ac:cxnSpMkLst>
            <pc:docMk/>
            <pc:sldMk cId="18684588" sldId="308"/>
            <ac:cxnSpMk id="5" creationId="{66215430-0CC8-B09E-AB47-F743D14FD613}"/>
          </ac:cxnSpMkLst>
        </pc:cxnChg>
      </pc:sldChg>
      <pc:sldChg chg="modSp mod">
        <pc:chgData name="Evans, Michael J" userId="d37cb781-974c-4040-9454-473d5e1b7abb" providerId="ADAL" clId="{AB0B170C-388A-5665-B24B-AAE3B41E6CDB}" dt="2025-11-20T21:05:02.402" v="5" actId="962"/>
        <pc:sldMkLst>
          <pc:docMk/>
          <pc:sldMk cId="219579319" sldId="309"/>
        </pc:sldMkLst>
        <pc:cxnChg chg="mod">
          <ac:chgData name="Evans, Michael J" userId="d37cb781-974c-4040-9454-473d5e1b7abb" providerId="ADAL" clId="{AB0B170C-388A-5665-B24B-AAE3B41E6CDB}" dt="2025-11-20T21:05:02.402" v="5" actId="962"/>
          <ac:cxnSpMkLst>
            <pc:docMk/>
            <pc:sldMk cId="219579319" sldId="309"/>
            <ac:cxnSpMk id="5" creationId="{4D80F22A-C373-2348-AA6C-A51DE3F8C3F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4F1DC-99E7-AD49-A084-CB5741C208D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EF7C9-FB45-0E49-9994-7913C7D11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EF7C9-FB45-0E49-9994-7913C7D118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08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45722-E142-7AB4-A7D5-C7EEEA0F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261C3-C181-8D2E-CF48-51E288C53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BFE0E-755F-161E-19F1-65FA4EF6D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01EE7-25A5-C865-9177-4247F13E6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EF7C9-FB45-0E49-9994-7913C7D118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9B09-4333-B32E-7F91-2E997ED6C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54A81-3D2E-12CD-8D91-F42D7CD66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ABA4-CD08-7641-DB49-B34CCF7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962A-6380-2C46-A729-B78212BA7A91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8464-AFA5-DA9B-1AC7-CD25B645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4F71D9-9084-0478-D288-97A46B5C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9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DA0A-355D-833F-4BC2-430EBF63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6DF3-80B1-9B27-376F-96897A0B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8158-7FBD-7AEE-448D-A8A9011C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55A47-C368-2A4F-B5BE-DCA95FCAEF0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341A-C831-7D0C-3351-841749ED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707B-18AF-FB1A-E7A5-DA8D7181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DE7D-D42D-3E5C-09A1-89D09891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71E1-8DF8-A960-DFE3-8145AC2D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D8F7-532C-8C9B-68CC-B587FB2C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341E-C701-D44F-BF4E-6941BF3FF35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DE8E-5CD9-EE41-D460-EBFD408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7A9C-C678-B5A1-DB57-B8081444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0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402C-19A4-3BE5-A14D-E99C656F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D94D-FE12-2C36-151F-F7C8DD299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B9F9D-1726-F042-769D-811377AFE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4F75-BD26-C9E7-C41A-11FDD60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BDC7-B1C7-5A47-A90F-ADF0FC1DFC9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BAF45-3107-FAEB-38A6-2F8930A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E464-87E1-69CC-766D-9F263920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76FA-876B-F685-A6B6-EEA03628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92804-C983-4059-9FE8-D07180648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72E26-9CB5-C438-B294-4F31C1B0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C33F2-0BC0-B7F9-2CC4-FA07D094B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B4C1C-7375-859F-3F15-3C97CF906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2AC62-50DD-305B-1868-D1AC7D382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7DF01-52E1-C24C-B977-E570E94A72E0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1CE86-3D37-E924-CBBB-398AAC99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CDF9-F887-37AB-0A25-55DA84AA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FDBF-7C86-32B0-A111-B4B11BE2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76F7B-F73D-6CF2-EFF2-EE152BDB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56AE-5A33-F848-B490-6CC0DEF0144F}" type="datetime1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227D9-5E08-A441-379B-1948D009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6798D-4D1C-C9B1-12D0-C984B144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0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B7612-431E-8C78-58BF-17941390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D039-004F-474E-AC44-6D8F69794262}" type="datetime1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49ADD-D2B5-8D9A-239A-4A8F13DF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2E766-3165-D926-6337-93E2B7BE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4C16-DA45-B49E-18FC-8E7AC581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5DD3-FE4B-A02E-1DCE-612AEA275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CCE31-F666-D3EE-79C8-40E7E926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ADD2-313B-1ED0-9A8B-BC0F6FCF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C6E8-3EBE-D642-B288-85027E93DD4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EE64B-5CC1-515F-881B-F7BA4406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6973B-BB0F-4E91-5B9A-B71CBC74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A0BB-F372-A985-6186-D8428643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DF36D-1307-F9B0-C80A-08B233F69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419E8-0F8E-AB67-41DC-A6FBBE2A1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58DC-B059-62BF-AE70-EF81AFCE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B1FE-B8F6-ED42-A32A-B888613C827F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3AF49-60B7-09D0-0F27-D0193313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45E62-5A26-C5B1-F5B4-6171C46B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6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077F-BA26-6B85-1109-CCE428F8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C77DF-07C7-9F25-976D-FFAFA5343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53A8-3412-62EC-6773-2C0F944E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CBE56-6607-5C4A-9921-934FAB8E453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9D7CD-65D9-E4F0-2341-AE65F127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D7025-6B8A-D684-1C64-2301DDAC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0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84B58-32C2-A4EF-FF4E-6456BC59B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C0C98-6F97-1AFE-E487-9FEC70282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36AA-0989-0861-1B37-75A8EBB5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AAEB1-60A9-514F-981B-B9386A82945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8F8F-80C4-9110-D166-9C5E451F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FD2D-6C82-B671-07D0-2FF20B3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E423F-316A-FFC0-2FAD-11D27299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2E7CE-9ED3-C138-7503-B48AA3544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ACCF-8442-7168-673E-11ABBF0E4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9B230A16-2976-3E44-90C9-3A22F491C7E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5F02-012E-F2C6-C461-D769C2D89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4741-1D09-A1D7-14B1-E99D1C0BF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7AA357FA-A2A0-DB43-ACF2-E3C3248777A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C3DFE-A830-BD66-0A09-FC32FF6FFF8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878" y="1"/>
            <a:ext cx="742121" cy="49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1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phet.colorado.edu/sims/cheerpj/sugar-and-salt-solutions/latest/sugar-and-salt-solutions.html?simulation=sugar-and-salt-solution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grQTJLLY9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3618-B985-D05F-F5AE-563D8B3C6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572" y="1856009"/>
            <a:ext cx="10816856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Module 4: Describing Chemical</a:t>
            </a:r>
            <a:br>
              <a:rPr lang="en-US" b="1" dirty="0"/>
            </a:br>
            <a:r>
              <a:rPr lang="en-US" b="1" dirty="0"/>
              <a:t>and Physical Changes</a:t>
            </a:r>
            <a:br>
              <a:rPr lang="en-US" dirty="0"/>
            </a:br>
            <a:r>
              <a:rPr lang="en-US" dirty="0"/>
              <a:t>Submicroscopic Models</a:t>
            </a:r>
            <a:br>
              <a:rPr lang="en-US" dirty="0"/>
            </a:br>
            <a:r>
              <a:rPr lang="en-US" dirty="0"/>
              <a:t>of Chemical Change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D0AFD-E86D-8859-BB44-C50E9B1EB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5684"/>
            <a:ext cx="9144000" cy="1655762"/>
          </a:xfrm>
        </p:spPr>
        <p:txBody>
          <a:bodyPr/>
          <a:lstStyle/>
          <a:p>
            <a:r>
              <a:rPr lang="en-US" dirty="0"/>
              <a:t>Fundamentals of Chemistry Open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804D-1209-EACA-324C-50D0DDD2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A72F-7FE9-6B75-2BB0-86458C17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Learning Objectives | Module 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BA2BA1-4D6C-B397-23BA-566D86BF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C4F782-F384-3DA2-10EC-5A8E281AEDF2}"/>
              </a:ext>
            </a:extLst>
          </p:cNvPr>
          <p:cNvSpPr txBox="1"/>
          <p:nvPr/>
        </p:nvSpPr>
        <p:spPr>
          <a:xfrm>
            <a:off x="367862" y="746235"/>
            <a:ext cx="114562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Distinguish between chemical and physical changes, particularly in equations containing chemical formulas.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Interpret chemical equations to visualize chemical reactions or physical changes.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Determine whether a given chemical equation is balanced or not; balance chemical equations.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  <a:latin typeface="Source Sans Pro" panose="020B0503030403020204" pitchFamily="34" charset="0"/>
              </a:rPr>
              <a:t>Apply chemical equations to determine the outcome of a chemical reaction on the submicroscopic level.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olidFill>
                  <a:srgbClr val="0070C0"/>
                </a:solidFill>
                <a:latin typeface="Source Sans Pro" panose="020B0503030403020204" pitchFamily="34" charset="0"/>
              </a:rPr>
              <a:t>Convert a submicroscopic image of a chemical reaction or physical change into a chemical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FBEB5-EBED-89B9-7E74-048D3365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5B6B-C904-A2C4-016C-80153ACC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84BE-C8AD-67DF-C717-0873D376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Submicroscopic Models of Chemical Reactions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42CCAB-4567-D422-FC27-04958344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D6B324-24FB-188B-F119-41B25982ED9B}"/>
              </a:ext>
            </a:extLst>
          </p:cNvPr>
          <p:cNvSpPr txBox="1"/>
          <p:nvPr/>
        </p:nvSpPr>
        <p:spPr>
          <a:xfrm>
            <a:off x="367862" y="746235"/>
            <a:ext cx="114562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When molecules combine in chemical reactions,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atoms are conserved.</a:t>
            </a:r>
            <a:r>
              <a:rPr lang="en-US" dirty="0">
                <a:latin typeface="Source Sans Pro" panose="020B0503030403020204" pitchFamily="34" charset="0"/>
              </a:rPr>
              <a:t> Each </a:t>
            </a:r>
            <a:r>
              <a:rPr lang="en-US" b="1" dirty="0">
                <a:latin typeface="Source Sans Pro" panose="020B0503030403020204" pitchFamily="34" charset="0"/>
              </a:rPr>
              <a:t>reaction event</a:t>
            </a:r>
            <a:r>
              <a:rPr lang="en-US" dirty="0">
                <a:latin typeface="Source Sans Pro" panose="020B0503030403020204" pitchFamily="34" charset="0"/>
              </a:rPr>
              <a:t> takes place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in accordance with the balanced chemical equation.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Using a balanced equation and numbers of reactant molecules, we can work out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the composition of a reaction mixture at the end of the reaction.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Ethylene (C</a:t>
            </a:r>
            <a:r>
              <a:rPr lang="en-US" baseline="-25000" dirty="0">
                <a:latin typeface="Source Sans Pro" panose="020B0503030403020204" pitchFamily="34" charset="0"/>
              </a:rPr>
              <a:t>2</a:t>
            </a:r>
            <a:r>
              <a:rPr lang="en-US" dirty="0">
                <a:latin typeface="Source Sans Pro" panose="020B0503030403020204" pitchFamily="34" charset="0"/>
              </a:rPr>
              <a:t>H</a:t>
            </a:r>
            <a:r>
              <a:rPr lang="en-US" baseline="-25000" dirty="0">
                <a:latin typeface="Source Sans Pro" panose="020B0503030403020204" pitchFamily="34" charset="0"/>
              </a:rPr>
              <a:t>4</a:t>
            </a:r>
            <a:r>
              <a:rPr lang="en-US" dirty="0">
                <a:latin typeface="Source Sans Pro" panose="020B0503030403020204" pitchFamily="34" charset="0"/>
              </a:rPr>
              <a:t>) reacts with oxygen (O</a:t>
            </a:r>
            <a:r>
              <a:rPr lang="en-US" baseline="-25000" dirty="0">
                <a:latin typeface="Source Sans Pro" panose="020B0503030403020204" pitchFamily="34" charset="0"/>
              </a:rPr>
              <a:t>2</a:t>
            </a:r>
            <a:r>
              <a:rPr lang="en-US" dirty="0">
                <a:latin typeface="Source Sans Pro" panose="020B0503030403020204" pitchFamily="34" charset="0"/>
              </a:rPr>
              <a:t>) according to the balanced chemical equation below. What is the composition of the reaction mixture at the end of the reaction, given the numbers of molecules in the image?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C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+ 3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2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+ 2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</p:txBody>
      </p:sp>
      <p:grpSp>
        <p:nvGrpSpPr>
          <p:cNvPr id="18" name="Group 17" descr="Seven molecules of dioxygen and four molecules of ethylene are shown.">
            <a:extLst>
              <a:ext uri="{FF2B5EF4-FFF2-40B4-BE49-F238E27FC236}">
                <a16:creationId xmlns:a16="http://schemas.microsoft.com/office/drawing/2014/main" id="{830097B7-A910-E7E0-BBC2-C916407B7065}"/>
              </a:ext>
            </a:extLst>
          </p:cNvPr>
          <p:cNvGrpSpPr/>
          <p:nvPr/>
        </p:nvGrpSpPr>
        <p:grpSpPr>
          <a:xfrm>
            <a:off x="1718046" y="4088740"/>
            <a:ext cx="2901803" cy="2331304"/>
            <a:chOff x="888705" y="3950515"/>
            <a:chExt cx="2901803" cy="23313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8CA1A8-73BA-34B8-66E6-E793BC82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7810" y="3987332"/>
              <a:ext cx="1011864" cy="101186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120042-071A-1A19-4A99-2727B1741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7689" y="5093118"/>
              <a:ext cx="1011864" cy="101186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74234E3-E175-0BAE-BFF3-4DB66A249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8024" y="4178718"/>
              <a:ext cx="1011864" cy="10118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A85EC6-6820-A236-E5A2-8B7CA5158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14108" y="5252606"/>
              <a:ext cx="1011864" cy="101186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F29BCA8-44B8-D3C3-2300-82280BB23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88043" y="3950515"/>
              <a:ext cx="559981" cy="28332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867357-7DEB-4046-7C1A-B5F9C01F7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35321" y="4092177"/>
              <a:ext cx="559981" cy="283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D9CE4A-721E-1938-64C2-0DF4366A2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97912" y="4951933"/>
              <a:ext cx="559981" cy="28332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022873B-E27D-18A1-D6D3-6BC739520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07489" y="5209208"/>
              <a:ext cx="559981" cy="28332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695596-6FB3-3F50-21F6-BF2F73805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88042" y="5998495"/>
              <a:ext cx="559981" cy="2833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437188C-DC6D-10D9-197E-8CECDDC86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30527" y="5775502"/>
              <a:ext cx="559981" cy="2833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63BD84A-3F2E-A676-9BCB-98510C76C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8705" y="4781251"/>
              <a:ext cx="559981" cy="283324"/>
            </a:xfrm>
            <a:prstGeom prst="rect">
              <a:avLst/>
            </a:prstGeom>
          </p:spPr>
        </p:pic>
      </p:grpSp>
      <p:sp>
        <p:nvSpPr>
          <p:cNvPr id="17" name="Right Arrow 16" descr="A rightward-pointing reaction arrow.">
            <a:extLst>
              <a:ext uri="{FF2B5EF4-FFF2-40B4-BE49-F238E27FC236}">
                <a16:creationId xmlns:a16="http://schemas.microsoft.com/office/drawing/2014/main" id="{279CABE0-059C-3232-9146-48C1A8929B2D}"/>
              </a:ext>
            </a:extLst>
          </p:cNvPr>
          <p:cNvSpPr/>
          <p:nvPr/>
        </p:nvSpPr>
        <p:spPr>
          <a:xfrm>
            <a:off x="5091224" y="5104056"/>
            <a:ext cx="2009553" cy="300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2D5B6-8D5B-E6F9-4216-22FDEB01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98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2E49-FFB1-C63D-66D2-419B93F1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5910-7E3F-1AEF-1C84-0C1AE2AB5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State of Matter in Chemical Equations | </a:t>
            </a:r>
            <a:r>
              <a:rPr lang="en-US" sz="2400" dirty="0">
                <a:solidFill>
                  <a:srgbClr val="0070C0"/>
                </a:solidFill>
              </a:rPr>
              <a:t>1 of 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DC74D1-1B14-4809-8812-9565B4AE9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719DA5-5939-C9B2-1C15-78BF956FC1C3}"/>
              </a:ext>
            </a:extLst>
          </p:cNvPr>
          <p:cNvSpPr txBox="1"/>
          <p:nvPr/>
        </p:nvSpPr>
        <p:spPr>
          <a:xfrm>
            <a:off x="367862" y="746235"/>
            <a:ext cx="114562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Phase designators help us visualize each component of a chemical reaction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on the macroscopic and submicroscopic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Recall our submicroscopic models for the solid, liquid, gaseous, and aqueous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We can use these to visualize changes in the spatial distributions of particles during chemical reactions.</a:t>
            </a:r>
          </a:p>
        </p:txBody>
      </p:sp>
      <p:pic>
        <p:nvPicPr>
          <p:cNvPr id="19" name="Picture 2" descr="Submicroscopic images of a solid, liquid, and gas, highlighting differences in the dispersion of atoms or molecules in these phases.">
            <a:extLst>
              <a:ext uri="{FF2B5EF4-FFF2-40B4-BE49-F238E27FC236}">
                <a16:creationId xmlns:a16="http://schemas.microsoft.com/office/drawing/2014/main" id="{EB887A79-02AD-9496-F695-F5682FDA9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355" y="2229257"/>
            <a:ext cx="7535674" cy="207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submicroscopic image of a solution of sucrose, yellow, in water, red and white.">
            <a:hlinkClick r:id="rId4"/>
            <a:extLst>
              <a:ext uri="{FF2B5EF4-FFF2-40B4-BE49-F238E27FC236}">
                <a16:creationId xmlns:a16="http://schemas.microsoft.com/office/drawing/2014/main" id="{5FA65F2B-210A-597D-6AE8-EBAE1FD24E5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4234" y="2294478"/>
            <a:ext cx="2159855" cy="13321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BCE4D02-3A04-75A2-7206-495F8E537682}"/>
              </a:ext>
            </a:extLst>
          </p:cNvPr>
          <p:cNvSpPr txBox="1"/>
          <p:nvPr/>
        </p:nvSpPr>
        <p:spPr>
          <a:xfrm>
            <a:off x="8672561" y="3674504"/>
            <a:ext cx="27432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ource Sans Pro" panose="020B0503030403020204" pitchFamily="34" charset="0"/>
              </a:rPr>
              <a:t>aqueous</a:t>
            </a:r>
          </a:p>
          <a:p>
            <a:pPr algn="ctr"/>
            <a:r>
              <a:rPr lang="en-US" sz="1600" dirty="0">
                <a:latin typeface="Source Sans Pro" panose="020B0503030403020204" pitchFamily="34" charset="0"/>
              </a:rPr>
              <a:t>solute molecule surrounded by water molecules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EAA4D-75B0-CE52-1028-91BDBAB9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7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BB6B-38AA-64BD-2410-D76F1452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09AA-3E2C-61BE-E096-5DF5A02A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State of Matter in Chemical Equations | </a:t>
            </a:r>
            <a:r>
              <a:rPr lang="en-US" sz="2400" dirty="0">
                <a:solidFill>
                  <a:srgbClr val="0070C0"/>
                </a:solidFill>
              </a:rPr>
              <a:t>2 of 2</a:t>
            </a:r>
            <a:endParaRPr lang="en-US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215430-0CC8-B09E-AB47-F743D14FD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158152A-723B-D9B6-6F20-822B5D83576C}"/>
              </a:ext>
            </a:extLst>
          </p:cNvPr>
          <p:cNvSpPr txBox="1"/>
          <p:nvPr/>
        </p:nvSpPr>
        <p:spPr>
          <a:xfrm>
            <a:off x="367862" y="746235"/>
            <a:ext cx="1145627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Phase designators help us visualize each component of a chemical reaction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on the macroscopic and submicroscopic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Phase designators also help us visualize macroscopic chemical change!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The reaction of zinc metal with aqua regia proceeds according to the balanced equation below.</a:t>
            </a:r>
            <a:endParaRPr lang="en-US" b="1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2 Zn(s) + 2 HCl(aq) + 2 HNO</a:t>
            </a:r>
            <a:r>
              <a:rPr lang="en-US" sz="2800" baseline="-25000" dirty="0">
                <a:latin typeface="Source Sans Pro" panose="020B0503030403020204" pitchFamily="34" charset="0"/>
              </a:rPr>
              <a:t>3</a:t>
            </a:r>
            <a:r>
              <a:rPr lang="en-US" sz="2800" dirty="0">
                <a:latin typeface="Source Sans Pro" panose="020B0503030403020204" pitchFamily="34" charset="0"/>
              </a:rPr>
              <a:t>(aq) → ZnCI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(aq) + Zn(NO</a:t>
            </a:r>
            <a:r>
              <a:rPr lang="en-US" sz="2800" baseline="-25000" dirty="0">
                <a:latin typeface="Source Sans Pro" panose="020B0503030403020204" pitchFamily="34" charset="0"/>
              </a:rPr>
              <a:t>3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(aq) + 2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(g)</a:t>
            </a:r>
          </a:p>
        </p:txBody>
      </p:sp>
      <p:pic>
        <p:nvPicPr>
          <p:cNvPr id="6" name="Picture 5" descr="An image of zinc metal being cut with a pair of scissors.">
            <a:hlinkClick r:id="rId3"/>
            <a:extLst>
              <a:ext uri="{FF2B5EF4-FFF2-40B4-BE49-F238E27FC236}">
                <a16:creationId xmlns:a16="http://schemas.microsoft.com/office/drawing/2014/main" id="{F2399855-DA75-B73A-3EE3-67687B0821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46028" y="3524693"/>
            <a:ext cx="1550716" cy="1791586"/>
          </a:xfrm>
          <a:prstGeom prst="rect">
            <a:avLst/>
          </a:prstGeom>
        </p:spPr>
      </p:pic>
      <p:pic>
        <p:nvPicPr>
          <p:cNvPr id="7" name="Picture 6" descr="A solution of hydrochloric and nitric acids in water.">
            <a:hlinkClick r:id="rId3"/>
            <a:extLst>
              <a:ext uri="{FF2B5EF4-FFF2-40B4-BE49-F238E27FC236}">
                <a16:creationId xmlns:a16="http://schemas.microsoft.com/office/drawing/2014/main" id="{F91D9922-56EF-F0F5-C411-0B0EF8948EE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6744" y="3968598"/>
            <a:ext cx="2287772" cy="1347681"/>
          </a:xfrm>
          <a:prstGeom prst="rect">
            <a:avLst/>
          </a:prstGeom>
        </p:spPr>
      </p:pic>
      <p:pic>
        <p:nvPicPr>
          <p:cNvPr id="8" name="Picture 7" descr="The reaction mixture after zinc metal is dropped into the acidic solution. Bubbles of gas become visible.">
            <a:hlinkClick r:id="rId3"/>
            <a:extLst>
              <a:ext uri="{FF2B5EF4-FFF2-40B4-BE49-F238E27FC236}">
                <a16:creationId xmlns:a16="http://schemas.microsoft.com/office/drawing/2014/main" id="{3DB825CD-3060-4202-B175-7A94AA5E9D6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2061" y="3376626"/>
            <a:ext cx="3964172" cy="2599733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F60A2CA2-4B85-8FA8-033B-3C27E5F41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4516" y="4492101"/>
            <a:ext cx="1277545" cy="300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4810E-BA17-7F54-9FB0-F11D9D31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1865-05A2-F5D2-3742-802132C2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81FF-1BAE-E822-0A80-2F9867D2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Lingering Questions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0F22A-C373-2348-AA6C-A51DE3F8C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9F8408-22D3-1A18-E04C-E61442AA25A5}"/>
              </a:ext>
            </a:extLst>
          </p:cNvPr>
          <p:cNvSpPr txBox="1"/>
          <p:nvPr/>
        </p:nvSpPr>
        <p:spPr>
          <a:xfrm>
            <a:off x="367862" y="746235"/>
            <a:ext cx="114562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Why do chemical reactions happen? What are the driving forces that govern when and how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chemical reactions take place?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Most chemical reactions occur over two or more collisions between atoms or molecules. How do we think about and study reactions that </a:t>
            </a:r>
            <a:r>
              <a:rPr lang="en-US">
                <a:latin typeface="Source Sans Pro" panose="020B0503030403020204" pitchFamily="34" charset="0"/>
              </a:rPr>
              <a:t>require multiple steps?</a:t>
            </a: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7F1A5-6579-1FA1-7B6F-A7128B36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5318</TotalTime>
  <Words>442</Words>
  <Application>Microsoft Macintosh PowerPoint</Application>
  <PresentationFormat>Widescreen</PresentationFormat>
  <Paragraphs>68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Aptos</vt:lpstr>
      <vt:lpstr>Source Sans Pro</vt:lpstr>
      <vt:lpstr>Office Theme</vt:lpstr>
      <vt:lpstr>Module 4: Describing Chemical and Physical Changes Submicroscopic Models of Chemical Change</vt:lpstr>
      <vt:lpstr>Learning Objectives | Module 4</vt:lpstr>
      <vt:lpstr>Submicroscopic Models of Chemical Reactions</vt:lpstr>
      <vt:lpstr>State of Matter in Chemical Equations | 1 of 2</vt:lpstr>
      <vt:lpstr>State of Matter in Chemical Equations | 2 of 2</vt:lpstr>
      <vt:lpstr>Lingering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Unit</dc:title>
  <dc:creator>Evans, Michael J</dc:creator>
  <cp:lastModifiedBy>Evans, Michael J</cp:lastModifiedBy>
  <cp:revision>28</cp:revision>
  <dcterms:created xsi:type="dcterms:W3CDTF">2022-12-12T13:57:18Z</dcterms:created>
  <dcterms:modified xsi:type="dcterms:W3CDTF">2025-11-20T21:07:54Z</dcterms:modified>
</cp:coreProperties>
</file>